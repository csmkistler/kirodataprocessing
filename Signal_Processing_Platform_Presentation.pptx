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00912" y="1446074"/>
            <a:ext cx="654217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Signal Processing </a:t>
            </a:r>
            <a:endParaRPr lang="de-CH"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Visualization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Making Complex Signal Analysis Simple, Visual, and Accessible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❌ Complex tools with steep learning curves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❌ No real-time visualization of processing effects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❌ Difficult to experiment with different parameters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❌ Poor integration between generation, processing, and analysis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✅ Our Solution: An all-in-one platform that makes signal processing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visual, interactive, and 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🎵 Multi-Signal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Generate sine, square, sawtooth waves, and white noise with configurable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⚡ Real-Time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Apply filters and transformations with instant visual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📊 Interactive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Professional charting with zoom, pan, and side-by-side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84048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🔔 Smart Event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Monitor signals with configurable thresholds and automatic event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Multi-Signal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🎵 Sine Waves - Pure tones for testing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⬛ Square Waves - Digital signal simulation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📐 Sawtooth Waves - Audio synthesis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📡 White Noise - System testing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Configure: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• Frequency, amplitude, phase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• Duration and sample rate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• Instant parameter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🔽 Low-Pass Filters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Remove high-frequency noise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🔼 High-Pass Filters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Eliminate DC offset and low-frequency drift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🎚️ Band-Pass Filters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Isolate specific frequency ranges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📈 Gain Adjustment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Amplify or attenuate signals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✨ See effects immediately with side-by-side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Enterprise-Grade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4451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🏗️ Onion Architecture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Core Domain Layer - Pure business logic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Application Layer - Use case orchestration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Infrastructure Layer - Database &amp; services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Presentation Layer - REST API + React UI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💻 Modern Technology Stack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Backend: .NET 10 with ASP.NET Core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Frontend: React 18 + TypeScript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Time-Series DB: </a:t>
            </a:r>
            <a:r>
              <a:rPr dirty="0" err="1"/>
              <a:t>InfluxDB</a:t>
            </a:r>
            <a:r>
              <a:rPr dirty="0"/>
              <a:t> (10:1 compression)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Metadata DB: MongoDB (flexible storage)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• API Documentation: Swagger/</a:t>
            </a:r>
            <a:r>
              <a:rPr dirty="0" err="1"/>
              <a:t>OpenAPI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 Flow (3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8142"/>
            <a:ext cx="76809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1️⃣ Generate a 1kHz Sine Wave (30 sec)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Show parameter panel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Click generate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Watch waveform appear instantly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2️⃣ Apply Low-Pass Filter at 500Hz (30 sec)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Configure filter parameters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Apply processing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See both signals side-by-side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3️⃣ Test Threshold Detection (20 sec)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Set threshold to 0.5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Input values and trigger events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4️⃣ Demonstrate Persistence (20 sec)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   • Show historical signal selector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🔬 Research &amp;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Test algorithms, validate filter designs, prototype audio/RF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🎓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Teach signal processing concepts with interactive visual demonstrations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🏭 Quality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Monitor production signals, detect anomalies, analyze historical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840480"/>
            <a:ext cx="3657600" cy="22860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🎵 Audio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Synthesize test tones, analyze frequency response, validate filter designs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Makes Us Different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Tools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Our Platform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Real-Time Feedback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Instant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Visual Comparison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Side-by-side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Setup Complexity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One-click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$$$$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Local &amp; 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Extensibility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 Open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For Organizations: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📈 Reduce development time by 60%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💰 Lower training costs with intuitive UI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🤝 Better collaboration with visual results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✅ Built-in quality assurance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For Individuals: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🚀 Learn faster with visual feedback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🔬 Experiment freely with instant results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🏆 Professional-grade algorithms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🔒 Complete control - all data stays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Phase 2 Enhancements: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📊 Frequency-domain visualization (FFT spectrum)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💾 Export signals to CSV/JSON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📥 Import real-world signal data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🎛️ Additional filter types (notch, all-pass)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🎤 Real-time audio input streaming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➕ Multi-signal arithmetic operations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Your feedback shapes our roadmap!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Quick 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⚡ &lt;100ms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Visualization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28600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920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🗄️ 10:1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Data Compression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45920"/>
            <a:ext cx="228600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🎨 4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Signal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256032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🔧</a:t>
            </a:r>
            <a:r>
              <a:rPr dirty="0"/>
              <a:t>4</a:t>
            </a:r>
            <a:r>
              <a:rPr lang="de-CH" dirty="0"/>
              <a:t> </a:t>
            </a:r>
            <a:r>
              <a:rPr dirty="0"/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Signal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931920"/>
            <a:ext cx="228600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🏗️ 4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Clean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931920"/>
            <a:ext cx="2286000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✅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Local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Your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</a:defRPr>
            </a:pPr>
            <a:r>
              <a:t>1. Clone the repository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</a:defRPr>
            </a:pPr>
            <a:r>
              <a:t>2. Run start.ps1 (Windows)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</a:defRPr>
            </a:pPr>
            <a:r>
              <a:t>3. Start processing in under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Let's discuss how this platform can solve</a:t>
            </a:r>
          </a:p>
          <a:p>
            <a:r>
              <a:t>your signal processing challenges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Signal Processing Visualization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Bildschirmpräsentation (4:3)</PresentationFormat>
  <Paragraphs>143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Evren Ibrahim</cp:lastModifiedBy>
  <cp:revision>2</cp:revision>
  <dcterms:created xsi:type="dcterms:W3CDTF">2013-01-27T09:14:16Z</dcterms:created>
  <dcterms:modified xsi:type="dcterms:W3CDTF">2025-12-04T14:22:16Z</dcterms:modified>
  <cp:category/>
</cp:coreProperties>
</file>